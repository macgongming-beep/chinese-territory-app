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1"/>
  </p:normalViewPr>
  <p:slideViewPr>
    <p:cSldViewPr snapToGrid="0" snapToObjects="1">
      <p:cViewPr varScale="1">
        <p:scale>
          <a:sx n="115" d="100"/>
          <a:sy n="115" d="100"/>
        </p:scale>
        <p:origin x="49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ore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1D1CEA-40B1-5D4C-B1D4-6FC35707DDEB}" type="datetimeFigureOut">
              <a:rPr kumimoji="1" lang="ko-Kore-KR" altLang="en-US" smtClean="0"/>
              <a:t>2026. 6. 27.</a:t>
            </a:fld>
            <a:endParaRPr kumimoji="1" lang="ko-Kore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ore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ore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3DB1E6-C265-D44D-9017-6CAC397A47B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747009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3DB1E6-C265-D44D-9017-6CAC397A47BB}" type="slidenum">
              <a:rPr kumimoji="1" lang="ko-Kore-KR" altLang="en-US" smtClean="0"/>
              <a:t>5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0297174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中国人地区传道应用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C9CDC9"/>
                </a:solidFill>
                <a:latin typeface="PingFang SC"/>
                <a:ea typeface="PingFang SC"/>
                <a:cs typeface="PingFang SC"/>
              </a:rPr>
              <a:t>传道员 · 带头人使用说明 — 用手机轻松上手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64592" cy="128016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743200"/>
            <a:ext cx="9601200" cy="12801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开始（通用）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登录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①  打开应用网址（建议加书签）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②  输入账号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③  输入密码（PIN）→ 登录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💡 忘记密码请联系管理员重置。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登录界面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安装到手机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苹果：Safari → 分享 → “添加到主屏幕”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安卓：Chrome 菜单(⋮) → “添加到主屏幕”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💡 安装后无需每次输网址，通知也更及时。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添加到主屏幕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界面构成 — 用底部标签切换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传道员：首页 · 日历 · 我的传道 · 设置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带头人：首页 · 日历 · 我的传道 · 地区 · 设置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💡 下面逐个标签说明。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底部标签栏</a:t>
            </a:r>
          </a:p>
        </p:txBody>
      </p:sp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CF9855-DA62-5946-6818-80AC155A6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766" y="957900"/>
            <a:ext cx="2763265" cy="5488620"/>
          </a:xfrm>
          <a:prstGeom prst="rect">
            <a:avLst/>
          </a:prstGeom>
        </p:spPr>
      </p:pic>
      <p:pic>
        <p:nvPicPr>
          <p:cNvPr id="10" name="그림 9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8C23A4-2020-EE6E-9A23-064DBA37E7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302" y="895451"/>
            <a:ext cx="2763265" cy="548862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64592" cy="128016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743200"/>
            <a:ext cx="9601200" cy="12801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传道员 — 4 个标签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【首页】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758" y="1645920"/>
            <a:ext cx="6766560" cy="160967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①  </a:t>
            </a:r>
            <a:r>
              <a:rPr sz="1900" b="0" dirty="0" err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今天</a:t>
            </a:r>
            <a:r>
              <a:rPr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 / </a:t>
            </a:r>
            <a:r>
              <a:rPr sz="1900" b="0" dirty="0" err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近期日程</a:t>
            </a:r>
            <a:endParaRPr sz="1900" b="0" dirty="0">
              <a:solidFill>
                <a:srgbClr val="1C1C1A"/>
              </a:solidFill>
              <a:latin typeface="PingFang SC"/>
              <a:ea typeface="PingFang SC"/>
              <a:cs typeface="PingFang SC"/>
            </a:endParaRPr>
          </a:p>
          <a:p>
            <a:pPr algn="l">
              <a:spcAft>
                <a:spcPts val="1000"/>
              </a:spcAft>
            </a:pPr>
            <a:r>
              <a:rPr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②  </a:t>
            </a:r>
            <a:r>
              <a:rPr sz="1900" b="0" dirty="0" err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特别传道横幅（进行中时</a:t>
            </a:r>
            <a:r>
              <a:rPr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）</a:t>
            </a:r>
          </a:p>
          <a:p>
            <a:pPr algn="l">
              <a:spcAft>
                <a:spcPts val="1000"/>
              </a:spcAft>
            </a:pPr>
            <a:r>
              <a:rPr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③  </a:t>
            </a:r>
            <a:r>
              <a:rPr sz="1900" b="0" dirty="0" err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对话建议</a:t>
            </a:r>
            <a:endParaRPr lang="ko-KR" altLang="en-US" sz="1900" b="0" dirty="0">
              <a:solidFill>
                <a:srgbClr val="1C1C1A"/>
              </a:solidFill>
              <a:latin typeface="PingFang SC"/>
              <a:ea typeface="PingFang SC"/>
              <a:cs typeface="PingFang SC"/>
            </a:endParaRPr>
          </a:p>
          <a:p>
            <a:pPr algn="l">
              <a:spcAft>
                <a:spcPts val="1000"/>
              </a:spcAft>
            </a:pPr>
            <a:r>
              <a:rPr lang="en-US" altLang="ko-KR"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④  </a:t>
            </a:r>
            <a:r>
              <a:rPr lang="ko-KR" altLang="en-US" sz="1900" b="0" dirty="0" err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顶部</a:t>
            </a:r>
            <a:r>
              <a:rPr lang="ko-KR" altLang="en-US"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 </a:t>
            </a:r>
            <a:r>
              <a:rPr lang="ko-Kore-KR" altLang="en-US"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🔔 </a:t>
            </a:r>
            <a:r>
              <a:rPr lang="ko-KR" altLang="en-US" sz="1900" b="0" dirty="0" err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通知</a:t>
            </a:r>
            <a:r>
              <a:rPr lang="ko-KR" altLang="en-US"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 </a:t>
            </a:r>
            <a:r>
              <a:rPr lang="en-US" altLang="ko-KR"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· </a:t>
            </a:r>
            <a:r>
              <a:rPr lang="ko-Kore-KR" altLang="en-US"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💬 </a:t>
            </a:r>
            <a:r>
              <a:rPr lang="ko-KR" altLang="en-US" sz="1900" b="0" dirty="0" err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聊天</a:t>
            </a:r>
            <a:endParaRPr lang="ko-KR" altLang="en-US" sz="1900" b="0" dirty="0">
              <a:solidFill>
                <a:srgbClr val="1C1C1A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首页</a:t>
            </a:r>
          </a:p>
        </p:txBody>
      </p:sp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89C5B8-185B-BDF6-C14C-3B0947A8C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075" y="0"/>
            <a:ext cx="3577364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【日历】 — 申请参与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①  点日期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②  点当天日程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③  “申请参与”（取消在同一处）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💡 日程里也能看聊天·参加者。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日程详情 + 申请按钮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【我的传道】① 查看我的地区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①  我的传道标签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②  选“我的卡片”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③  点卡片（地区）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💡 用上方筛选只看“需要探访”。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我的卡片列表</a:t>
            </a:r>
          </a:p>
        </p:txBody>
      </p:sp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E222C9-FF73-4091-BA51-B25F5B6FD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0"/>
            <a:ext cx="3718714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【我的传道】② 记录探访  ★重要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①  打开卡片 → ②  查看地图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③  楼栋 → 住户（门牌）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④  选结果：遇见 / 不在 / 非目标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💡 留了邀请函就勾选，也可写备注。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💡 点错了再点一次即可取消。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住户探访记录按钮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【我的传道】③ 定期访问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①  在住户（或地址）填负责人·开始日期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②  保存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💡 定期访问在“我的传道”里单独汇总。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定期访问录入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【设置】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修改密码 · 开启通知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语言（韩/中/英）· 应用更新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💡 收不到通知先在这里“允许通知”。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设置界面</a:t>
            </a:r>
          </a:p>
        </p:txBody>
      </p:sp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2D4288B-F461-5756-C0BE-6EAC397A0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0"/>
            <a:ext cx="364236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64592" cy="12801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743200"/>
            <a:ext cx="9601200" cy="12801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带头人 — 5 个标签（传道员 + α）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带头人多出这些功能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传道员全部功能 +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【地区】标签（查看全部地区）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在日历里进行分配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248AA3-ABC7-683F-FEB9-B9139FF86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0176" y="0"/>
            <a:ext cx="3751263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【地区】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①  地区标签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②  用区·洞或搜索缩小范围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③  查看卡片·地图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💡 “我的传道”只看自己的，“地区”看全部。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地区列表</a:t>
            </a:r>
          </a:p>
        </p:txBody>
      </p:sp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0D1F8C-93CD-5E05-1600-47E385B42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036" y="0"/>
            <a:ext cx="3761403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【日历】 分配  ★带头人核心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①  </a:t>
            </a:r>
            <a:r>
              <a:rPr sz="1900" b="0" dirty="0" err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打开日程</a:t>
            </a:r>
            <a:r>
              <a:rPr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 → </a:t>
            </a:r>
            <a:r>
              <a:rPr sz="1900" b="0" dirty="0" err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进入分配</a:t>
            </a:r>
            <a:endParaRPr sz="1900" b="0" dirty="0">
              <a:solidFill>
                <a:srgbClr val="1C1C1A"/>
              </a:solidFill>
              <a:latin typeface="PingFang SC"/>
              <a:ea typeface="PingFang SC"/>
              <a:cs typeface="PingFang SC"/>
            </a:endParaRPr>
          </a:p>
          <a:p>
            <a:pPr algn="l">
              <a:spcAft>
                <a:spcPts val="1000"/>
              </a:spcAft>
            </a:pPr>
            <a:r>
              <a:rPr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②  </a:t>
            </a:r>
            <a:r>
              <a:rPr sz="1900" b="0" dirty="0" err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选人“组队”建立队伍</a:t>
            </a:r>
            <a:endParaRPr sz="1900" b="0" dirty="0">
              <a:solidFill>
                <a:srgbClr val="1C1C1A"/>
              </a:solidFill>
              <a:latin typeface="PingFang SC"/>
              <a:ea typeface="PingFang SC"/>
              <a:cs typeface="PingFang SC"/>
            </a:endParaRPr>
          </a:p>
          <a:p>
            <a:pPr algn="l">
              <a:spcAft>
                <a:spcPts val="1000"/>
              </a:spcAft>
            </a:pPr>
            <a:r>
              <a:rPr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③  </a:t>
            </a:r>
            <a:r>
              <a:rPr sz="1900" b="0" dirty="0" err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点队伍的</a:t>
            </a:r>
            <a:r>
              <a:rPr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 › </a:t>
            </a:r>
            <a:r>
              <a:rPr sz="1900" b="0" dirty="0" err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分配地区</a:t>
            </a:r>
            <a:endParaRPr sz="1900" b="0" dirty="0">
              <a:solidFill>
                <a:srgbClr val="1C1C1A"/>
              </a:solidFill>
              <a:latin typeface="PingFang SC"/>
              <a:ea typeface="PingFang SC"/>
              <a:cs typeface="PingFang SC"/>
            </a:endParaRPr>
          </a:p>
          <a:p>
            <a:pPr algn="l">
              <a:spcAft>
                <a:spcPts val="1000"/>
              </a:spcAft>
            </a:pPr>
            <a:r>
              <a:rPr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④  </a:t>
            </a:r>
            <a:r>
              <a:rPr sz="1900" b="0" dirty="0" err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最后点“分享分配</a:t>
            </a:r>
            <a:r>
              <a:rPr sz="1900" b="0" dirty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”</a:t>
            </a: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💡 </a:t>
            </a:r>
            <a:r>
              <a:rPr sz="1600" b="0" dirty="0" err="1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分享后队员才会收到通知</a:t>
            </a:r>
            <a:r>
              <a:rPr sz="1600" b="0" dirty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。</a:t>
            </a: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💡 </a:t>
            </a:r>
            <a:r>
              <a:rPr sz="1600" b="0" dirty="0" err="1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人多时可用搜索</a:t>
            </a:r>
            <a:r>
              <a:rPr sz="1600" b="0" dirty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组队 / 地区分配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【我的传道】 — 今天的传道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①  查看今天分配的队伍·地区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②  直接进入地图 / 记录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45A09"/>
                </a:solidFill>
                <a:latin typeface="PingFang SC"/>
                <a:ea typeface="PingFang SC"/>
                <a:cs typeface="PingFang SC"/>
              </a:rPr>
              <a:t>💡 收到分配会有通知。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今天的分配</a:t>
            </a:r>
          </a:p>
        </p:txBody>
      </p:sp>
      <p:pic>
        <p:nvPicPr>
          <p:cNvPr id="9" name="그림 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B06635-EB86-2B30-BE19-0CD6294DA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6566" y="0"/>
            <a:ext cx="372654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14400" y="2743200"/>
            <a:ext cx="164592" cy="128016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743200"/>
            <a:ext cx="9601200" cy="12801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结尾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716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31520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常见问题（FAQ）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766560" cy="47548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无法登录  →  确认账号/密码，请管理员重置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画面不刷新  →  下拉刷新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1C1C1A"/>
                </a:solidFill>
                <a:latin typeface="PingFang SC"/>
                <a:ea typeface="PingFang SC"/>
                <a:cs typeface="PingFang SC"/>
              </a:rPr>
              <a:t>收不到通知  →  设置里允许通知 + 安装应用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645920"/>
            <a:ext cx="3566160" cy="4572000"/>
          </a:xfrm>
          <a:prstGeom prst="roundRect">
            <a:avLst/>
          </a:prstGeom>
          <a:solidFill>
            <a:srgbClr val="ECEEEC"/>
          </a:solidFill>
          <a:ln w="12700">
            <a:solidFill>
              <a:srgbClr val="C9CD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3657600"/>
            <a:ext cx="356616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📷 放置截图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4069080"/>
            <a:ext cx="3566160" cy="4572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381</Words>
  <Application>Microsoft Macintosh PowerPoint</Application>
  <PresentationFormat>와이드스크린</PresentationFormat>
  <Paragraphs>101</Paragraphs>
  <Slides>19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PingFang SC</vt:lpstr>
      <vt:lpstr>Aptos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Jang, Woong</cp:lastModifiedBy>
  <cp:revision>3</cp:revision>
  <dcterms:created xsi:type="dcterms:W3CDTF">2013-01-27T09:14:16Z</dcterms:created>
  <dcterms:modified xsi:type="dcterms:W3CDTF">2026-06-27T05:45:38Z</dcterms:modified>
  <cp:category/>
</cp:coreProperties>
</file>