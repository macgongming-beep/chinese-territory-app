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49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6709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Field Map </a:t>
            </a:r>
            <a:r>
              <a:rPr lang="ko-KR" altLang="en-US" sz="40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사용법</a:t>
            </a:r>
            <a:endParaRPr sz="40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CDC9"/>
                </a:solidFill>
                <a:latin typeface="Apple SD Gothic Neo"/>
                <a:ea typeface="Apple SD Gothic Neo"/>
                <a:cs typeface="Apple SD Gothic Neo"/>
              </a:rPr>
              <a:t>봉사자 · 인도자 사용법 — 휴대폰으로 쉽게 따라 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시작하기 (공통)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앱 주소 열기 (즐겨찾기 추천)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아이디 입력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비밀번호(PIN) 입력 → 로그인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비밀번호를 모르면 관리자에게 초기화를 요청하세요.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로그인 화면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폰에 앱처럼 설치하기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아이폰:  사파리 → 공유 버튼 → "홈 화면에 추가"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안드로이드:  크롬 메뉴(⋮) → "홈 화면에 추가"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설치하면 매번 주소를 안 쳐도 되고 알림도 잘 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홈 화면에 추가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화면 구성 — 아래 탭으로 이동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봉사자:  홈 · 캘린더 · 나의봉사 · 설정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인도자:  홈 · 캘린더 · 나의봉사 · 구역 · 설정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다음 장부터 탭을 하나씩 설명합니다.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하단 탭 메뉴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봉사자 — 탭 4개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[홈]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오늘·다가오는 일정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특별봉사 배너 (진행 중일 때)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추천 대화법 (봉사 전 질문·성구 참고)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④  상단 🔔 알림 · 💬 채팅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"추천 대화법"은 봉사 나가기 전에 보면 좋아요.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홈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[캘린더] 탭 — 일정 신청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날짜 누르기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그날 일정 누르기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"신청하기" (취소도 같은 자리)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일정 안에서 채팅·참가자도 볼 수 있어요.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일정 상세 + 신청 버튼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[나의봉사] ① 내 구역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나의봉사 탭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"내 카드" 선택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카드(구역) 누르기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위쪽 필터로 "방문필요"만 골라볼 수 있어요.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내 카드 목록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[나의봉사] ② 방문 기록하기  ★중요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카드 열고 → ②  지도 보기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건물 → 세대(호수) 누르기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④  결과 선택:  만남 / 부재 / 대상외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초대장을 두고 왔으면 체크, 메모도 가능.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잘못 눌렀으면 같은 버튼을 다시 눌러 취소.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세대 방문 기록 버튼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[나의봉사] ③ 정기방문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세대(또는 주소)에서 담당자·시작일 입력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저장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정기방문은 나의봉사에서 따로 모아 볼 수 있어요.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정기방문 입력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[설정]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비밀번호 변경 · 알림 켜기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언어(한/중/영) · 앱 업데이트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알림이 안 오면 여기서 "알림 허용"부터 확인하세요.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설정 화면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인도자 — 탭 5개 (봉사자 + α)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인도자는 이게 더 있어요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봉사자 기능 전부 +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[구역] 탭 (전체 구역 보기)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캘린더에서 배정하기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[구역]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구역 탭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구·동 또는 검색으로 좁히기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카드·지도 확인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"나의봉사"가 내 것만이라면, "구역"은 전체를 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구역 목록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[캘린더] 배정하기  ★인도자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일정 열기 → 배정 들어가기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사람을 골라 "묶기"로 팀 만들기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③  팀의 › 눌러 구역 나누기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④  마지막에 "배정 공유"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공유해야 팀원에게 알림이 갑니다.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인원이 많으면 검색(초성 ㄱㅁㅈ 가능).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팀짓기 / 구역배분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[나의봉사] — 오늘 내 봉사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①  오늘 배정된 팀·구역 확인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②  바로 지도/기록으로 이동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45A09"/>
                </a:solidFill>
                <a:latin typeface="Apple SD Gothic Neo"/>
                <a:ea typeface="Apple SD Gothic Neo"/>
                <a:cs typeface="Apple SD Gothic Neo"/>
              </a:rPr>
              <a:t>💡 배정을 받으면 알림이 와요.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오늘 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64592" cy="12801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자주 묻는 질문 (FAQ)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766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로그인이 안 돼요  →  아이디/비번 확인, 관리자에 초기화 요청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화면이 안 바뀌어요  →  화면을 아래로 당겨 새로고침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1C1A"/>
                </a:solidFill>
                <a:latin typeface="Apple SD Gothic Neo"/>
                <a:ea typeface="Apple SD Gothic Neo"/>
                <a:cs typeface="Apple SD Gothic Neo"/>
              </a:rPr>
              <a:t>알림이 안 와요  →  설정에서 알림 허용 + 앱 설치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566160" cy="4572000"/>
          </a:xfrm>
          <a:prstGeom prst="roundRect">
            <a:avLst/>
          </a:prstGeom>
          <a:solidFill>
            <a:srgbClr val="ECEEEC"/>
          </a:solidFill>
          <a:ln w="12700">
            <a:solidFill>
              <a:srgbClr val="C9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3657600"/>
            <a:ext cx="3566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📷 스크린샷 넣기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06908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4798</TotalTime>
  <Words>594</Words>
  <Application>Microsoft Macintosh PowerPoint</Application>
  <PresentationFormat>와이드스크린</PresentationFormat>
  <Paragraphs>101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Jang, Woong</cp:lastModifiedBy>
  <cp:revision>2</cp:revision>
  <dcterms:created xsi:type="dcterms:W3CDTF">2013-01-27T09:14:16Z</dcterms:created>
  <dcterms:modified xsi:type="dcterms:W3CDTF">2026-06-15T23:10:08Z</dcterms:modified>
  <cp:category/>
</cp:coreProperties>
</file>