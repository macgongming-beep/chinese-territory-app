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5" r:id="rId16"/>
    <p:sldId id="270" r:id="rId17"/>
    <p:sldId id="271" r:id="rId18"/>
    <p:sldId id="272" r:id="rId19"/>
    <p:sldId id="273" r:id="rId20"/>
    <p:sldId id="274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1"/>
  </p:normalViewPr>
  <p:slideViewPr>
    <p:cSldViewPr snapToGrid="0" snapToObjects="1">
      <p:cViewPr varScale="1">
        <p:scale>
          <a:sx n="115" d="100"/>
          <a:sy n="115" d="100"/>
        </p:scale>
        <p:origin x="49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67095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40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Field Map </a:t>
            </a:r>
            <a:r>
              <a:rPr lang="ko-KR" altLang="en-US" sz="40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사용법</a:t>
            </a:r>
            <a:endParaRPr sz="4000" b="1" dirty="0">
              <a:solidFill>
                <a:srgbClr val="FFFFFF"/>
              </a:solidFill>
              <a:latin typeface="Apple SD Gothic Neo"/>
              <a:ea typeface="Apple SD Gothic Neo"/>
              <a:cs typeface="Apple SD Gothic Neo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C9CDC9"/>
                </a:solidFill>
                <a:latin typeface="Apple SD Gothic Neo"/>
                <a:ea typeface="Apple SD Gothic Neo"/>
                <a:cs typeface="Apple SD Gothic Neo"/>
              </a:rPr>
              <a:t>봉사자 · 인도자 사용법 — 휴대폰으로 쉽게 따라 하기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64592" cy="128016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743200"/>
            <a:ext cx="9601200" cy="12801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시작하기 (공통)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로그인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①  앱 주소 열기 (즐겨찾기 추천)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②  아이디 입력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③  비밀번호(PIN) 입력 → 로그인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💡 비밀번호를 모르면 관리자에게 초기화를 요청하세요.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📷 스크린샷 넣기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로그인 화면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폰에 앱처럼 설치하기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아이폰:  사파리 → 공유 버튼 → "홈 화면에 추가"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안드로이드:  크롬 메뉴(⋮) → "홈 화면에 추가"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💡 설치하면 매번 주소를 안 쳐도 되고 알림도 잘 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📷 스크린샷 넣기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홈 화면에 추가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화면 구성 — 아래 탭으로 이동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1638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봉사자:  홈 · 캘린더 · 나의봉사 · 설정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인도자:  홈 · 캘린더 · 나의봉사 · 구역 · 설정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💡 다음 장부터 탭을 하나씩 설명합니다.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📷 스크린샷 넣기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하단 탭 메뉴</a:t>
            </a:r>
          </a:p>
        </p:txBody>
      </p:sp>
      <p:pic>
        <p:nvPicPr>
          <p:cNvPr id="9" name="그림 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672D742-6C36-39F5-0ED9-D49B52CE72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858" r="287" b="1543"/>
          <a:stretch>
            <a:fillRect/>
          </a:stretch>
        </p:blipFill>
        <p:spPr>
          <a:xfrm>
            <a:off x="7955279" y="0"/>
            <a:ext cx="3645083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64592" cy="128016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743200"/>
            <a:ext cx="9601200" cy="12801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봉사자 — 탭 4개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[홈] 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①  오늘·다가오는 일정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②  특별봉사 배너 (진행 중일 때)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③  추천 대화법 (봉사 전 질문·성구 참고)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④  상단 🔔 알림 · 💬 채팅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💡 "추천 대화법"은 봉사 나가기 전에 보면 좋아요.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📷 스크린샷 넣기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홈 화면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[캘린더] 탭 — 일정 신청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dirty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①  </a:t>
            </a:r>
            <a:r>
              <a:rPr sz="1900" b="0" dirty="0" err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날짜</a:t>
            </a:r>
            <a:r>
              <a:rPr sz="1900" b="0" dirty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900" b="0" dirty="0" err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누르기</a:t>
            </a:r>
            <a:endParaRPr sz="1900" b="0" dirty="0">
              <a:solidFill>
                <a:srgbClr val="1C1C1A"/>
              </a:solidFill>
              <a:latin typeface="Apple SD Gothic Neo"/>
              <a:ea typeface="Apple SD Gothic Neo"/>
              <a:cs typeface="Apple SD Gothic Neo"/>
            </a:endParaRPr>
          </a:p>
          <a:p>
            <a:pPr algn="l">
              <a:spcAft>
                <a:spcPts val="1000"/>
              </a:spcAft>
            </a:pPr>
            <a:r>
              <a:rPr sz="1900" b="0" dirty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②  </a:t>
            </a:r>
            <a:r>
              <a:rPr sz="1900" b="0" dirty="0" err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그날</a:t>
            </a:r>
            <a:r>
              <a:rPr sz="1900" b="0" dirty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900" b="0" dirty="0" err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일정</a:t>
            </a:r>
            <a:r>
              <a:rPr sz="1900" b="0" dirty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900" b="0" dirty="0" err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누르기</a:t>
            </a:r>
            <a:endParaRPr sz="1900" b="0" dirty="0">
              <a:solidFill>
                <a:srgbClr val="1C1C1A"/>
              </a:solidFill>
              <a:latin typeface="Apple SD Gothic Neo"/>
              <a:ea typeface="Apple SD Gothic Neo"/>
              <a:cs typeface="Apple SD Gothic Neo"/>
            </a:endParaRPr>
          </a:p>
          <a:p>
            <a:pPr algn="l">
              <a:spcAft>
                <a:spcPts val="1000"/>
              </a:spcAft>
            </a:pPr>
            <a:r>
              <a:rPr sz="1900" b="0" dirty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③  "</a:t>
            </a:r>
            <a:r>
              <a:rPr sz="1900" b="0" dirty="0" err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신청하기</a:t>
            </a:r>
            <a:r>
              <a:rPr sz="1900" b="0" dirty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" (</a:t>
            </a:r>
            <a:r>
              <a:rPr sz="1900" b="0" dirty="0" err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취소도</a:t>
            </a:r>
            <a:r>
              <a:rPr sz="1900" b="0" dirty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900" b="0" dirty="0" err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같은</a:t>
            </a:r>
            <a:r>
              <a:rPr sz="1900" b="0" dirty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900" b="0" dirty="0" err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자리</a:t>
            </a:r>
            <a:r>
              <a:rPr sz="1900" b="0" dirty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)</a:t>
            </a: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💡 </a:t>
            </a:r>
            <a:r>
              <a:rPr sz="1600" b="0" dirty="0" err="1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일정</a:t>
            </a:r>
            <a:r>
              <a:rPr sz="1600" b="0" dirty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600" b="0" dirty="0" err="1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안에서</a:t>
            </a:r>
            <a:r>
              <a:rPr sz="1600" b="0" dirty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600" b="0" dirty="0" err="1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채팅·참가자도</a:t>
            </a:r>
            <a:r>
              <a:rPr sz="1600" b="0" dirty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600" b="0" dirty="0" err="1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볼</a:t>
            </a:r>
            <a:r>
              <a:rPr sz="1600" b="0" dirty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600" b="0" dirty="0" err="1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수</a:t>
            </a:r>
            <a:r>
              <a:rPr sz="1600" b="0" dirty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600" b="0" dirty="0" err="1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있어요</a:t>
            </a:r>
            <a:r>
              <a:rPr sz="1600" b="0" dirty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📷 스크린샷 넣기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일정 상세 + 신청 버튼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[나의봉사] ① 내 구역 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①  나의봉사 탭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②  "내 카드" 선택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③  카드(구역) 누르기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💡 위쪽 필터로 "방문필요"만 골라볼 수 있어요.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📷 스크린샷 넣기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내 카드 목록</a:t>
            </a:r>
          </a:p>
        </p:txBody>
      </p:sp>
      <p:pic>
        <p:nvPicPr>
          <p:cNvPr id="9" name="그림 8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E1981A-C7CC-E8D2-0464-B25676FDA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6124"/>
            <a:ext cx="3566160" cy="66057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2860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[나의봉사] ② 방문 기록하기  ★중요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①  카드 열고 → ②  지도 보기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③  건물 → 세대(호수) 누르기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④  결과 선택:  만남 / 부재 / 대상외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💡 초대장을 두고 왔으면 체크, 메모도 가능.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💡 잘못 눌렀으면 같은 버튼을 다시 눌러 취소.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📷 스크린샷 넣기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세대 방문 기록 버튼</a:t>
            </a:r>
          </a:p>
        </p:txBody>
      </p:sp>
      <p:pic>
        <p:nvPicPr>
          <p:cNvPr id="10" name="그림 9" descr="텍스트, 스크린샷, 도표, 지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B8ED32C-7AAD-4A12-4F2D-AC3B96F5B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233" y="0"/>
            <a:ext cx="3968127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[나의봉사] ③ 정기방문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①  세대(또는 주소)에서 담당자·시작일 입력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②  저장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💡 정기방문은 나의봉사에서 따로 모아 볼 수 있어요.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📷 스크린샷 넣기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정기방문 입력</a:t>
            </a:r>
          </a:p>
        </p:txBody>
      </p:sp>
      <p:pic>
        <p:nvPicPr>
          <p:cNvPr id="9" name="그림 8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C514290-CBEB-0B44-8BB3-9762C695A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0"/>
            <a:ext cx="370233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[설정] 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비밀번호 변경 · 알림 켜기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언어(한/중/영) · 앱 업데이트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💡 알림이 안 오면 여기서 "알림 허용"부터 확인하세요.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📷 스크린샷 넣기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설정 화면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64592" cy="128016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743200"/>
            <a:ext cx="9601200" cy="12801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인도자 — 탭 5개 (봉사자 + α)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인도자는 이게 더 있어요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봉사자 기능 전부 +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[구역] 탭 (전체 구역 보기)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캘린더에서 배정하기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📷 스크린샷 넣기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—</a:t>
            </a:r>
          </a:p>
        </p:txBody>
      </p:sp>
      <p:pic>
        <p:nvPicPr>
          <p:cNvPr id="9" name="그림 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2E4A3C-90E1-ABF4-EEAC-CB0B450A35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-5576"/>
            <a:ext cx="3670086" cy="68635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EFE3-E04D-32D8-FDDF-18BD7E68D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F65C24E-0E43-3C37-01F3-411F507DB22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E7D05A-3497-3474-2F83-78F4F975CD5B}"/>
              </a:ext>
            </a:extLst>
          </p:cNvPr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F3D78A-1CF5-334E-21EE-2592F5E2B2BE}"/>
              </a:ext>
            </a:extLst>
          </p:cNvPr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인도자는 이게 더 있어요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6F3885-2DE6-5BCA-B7C5-2B302D36849F}"/>
              </a:ext>
            </a:extLst>
          </p:cNvPr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봉사자 기능 전부 +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[구역] 탭 (전체 구역 보기)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캘린더에서 배정하기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6C14ECF-FB45-3CB8-58BA-532AE09661DF}"/>
              </a:ext>
            </a:extLst>
          </p:cNvPr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D55439-4EDD-2446-801D-48AEBF1EE900}"/>
              </a:ext>
            </a:extLst>
          </p:cNvPr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📷 스크린샷 넣기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85103C-C8BA-99DA-E273-E310F1E983C7}"/>
              </a:ext>
            </a:extLst>
          </p:cNvPr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—</a:t>
            </a:r>
          </a:p>
        </p:txBody>
      </p:sp>
      <p:pic>
        <p:nvPicPr>
          <p:cNvPr id="9" name="그림 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0A2CF9-2EA7-B96E-956E-89D4B13DD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-5576"/>
            <a:ext cx="3670086" cy="6863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40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[구역] 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①  구역 탭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②  구·동 또는 검색으로 좁히기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③  카드·지도 확인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💡 "나의봉사"가 내 것만이라면, "구역"은 전체를 봅니다.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📷 스크린샷 넣기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구역 목록</a:t>
            </a:r>
          </a:p>
        </p:txBody>
      </p:sp>
      <p:pic>
        <p:nvPicPr>
          <p:cNvPr id="9" name="그림 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27478E-540C-2E2A-1598-B5007E663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71" y="5576"/>
            <a:ext cx="371247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[캘린더] 배정하기  ★인도자 핵심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①  일정 열기 → 배정 들어가기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②  사람을 골라 "묶기"로 팀 만들기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③  팀의 › 눌러 구역 나누기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④  마지막에 "배정 공유"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💡 공유해야 팀원에게 알림이 갑니다.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💡 인원이 많으면 검색(초성 ㄱㅁㅈ 가능).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📷 스크린샷 넣기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팀짓기 / 구역배분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[나의봉사] — 오늘 내 봉사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①  오늘 배정된 팀·구역 확인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②  바로 지도/기록으로 이동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Apple SD Gothic Neo"/>
                <a:ea typeface="Apple SD Gothic Neo"/>
                <a:cs typeface="Apple SD Gothic Neo"/>
              </a:rPr>
              <a:t>💡 배정을 받으면 알림이 와요.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📷 스크린샷 넣기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오늘 배정</a:t>
            </a:r>
          </a:p>
        </p:txBody>
      </p:sp>
      <p:pic>
        <p:nvPicPr>
          <p:cNvPr id="9" name="그림 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7EE1C7-CA3B-8267-9005-BB7E40E76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0"/>
            <a:ext cx="367851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64592" cy="128016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743200"/>
            <a:ext cx="9601200" cy="12801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마무리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자주 묻는 질문 (FAQ)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로그인이 안 돼요  →  아이디/비번 확인, 관리자에 초기화 요청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화면이 안 바뀌어요  →  화면을 아래로 당겨 새로고침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Apple SD Gothic Neo"/>
                <a:ea typeface="Apple SD Gothic Neo"/>
                <a:cs typeface="Apple SD Gothic Neo"/>
              </a:rPr>
              <a:t>알림이 안 와요  →  설정에서 알림 허용 + 앱 설치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📷 스크린샷 넣기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4851</TotalTime>
  <Words>617</Words>
  <Application>Microsoft Macintosh PowerPoint</Application>
  <PresentationFormat>와이드스크린</PresentationFormat>
  <Paragraphs>107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Apple SD Gothic Neo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Jang, Woong</cp:lastModifiedBy>
  <cp:revision>3</cp:revision>
  <dcterms:created xsi:type="dcterms:W3CDTF">2013-01-27T09:14:16Z</dcterms:created>
  <dcterms:modified xsi:type="dcterms:W3CDTF">2026-06-27T05:45:41Z</dcterms:modified>
  <cp:category/>
</cp:coreProperties>
</file>